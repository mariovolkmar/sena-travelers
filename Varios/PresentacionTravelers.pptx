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sldIdLst>
    <p:sldId id="256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1A0755-28CA-4DDF-83DE-C587BFB5E6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B8A1F3-36AF-43D3-9637-EA2063343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2B1820-11B3-4D11-8244-7E6D1BF4C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798EA-90FC-4B49-B6D0-4BF489C54746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272DC7-1BE1-4EB4-8A2F-1C5420DC9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1CEBB9-97FE-4744-8755-FA92E04B3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A3516-E0D4-4DC4-935C-1D20C6D9CA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081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6FECEAD-1C29-40BE-860E-5F61D754D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47883"/>
            <a:ext cx="4114800" cy="365125"/>
          </a:xfrm>
        </p:spPr>
        <p:txBody>
          <a:bodyPr/>
          <a:lstStyle>
            <a:lvl1pPr>
              <a:defRPr sz="18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TRAVELERS – Agencia de Viajes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3E5F240-46EE-4F52-94C1-E4F176B40A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333" y="-186111"/>
            <a:ext cx="12192000" cy="565542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E1F6461-01B3-4826-80F1-81FE3B9AAE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568" y="5112808"/>
            <a:ext cx="3102564" cy="174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6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56FFE-C5B4-4A68-B0F5-20100942D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3C768B-8BBF-477D-98F5-6798D5C68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F993-A36B-4ACD-9D0E-1E1A125A5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98D3D-8042-49F5-A051-26BC50D0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2B2F89-5F89-4F41-86D1-76C15D90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849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9659B-7C70-4B01-BB24-B7A7472C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100247-860C-4398-8C26-486EF0B1D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0FEAC9-D7A9-40AA-B2EE-78A70C03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5539D2-DC24-4B9E-A85B-A6BE78D15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85F1C9-D562-41E8-9C81-7ED38F1B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27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F695E-DAFF-4D12-BE4B-70E9BAC43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F83C9E-70D3-4B18-A28D-2CF536DBE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CDDA38-2E96-4A5C-B0E7-84FD2D7E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369342-E6E9-4E4D-9B34-4D081D13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5A0EC7-A34C-4303-91BA-37C966FF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25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48317-7E6B-4AE8-A98A-C8B03746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AACD3A-5D94-4555-947D-7360B0113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93C726A-102D-483C-A6FB-C1E6E5AE5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AAD33C-4F24-4A7C-84E4-B0FE6080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BB0296-24AE-4945-94D3-FFBE0B5D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A037C6-E39F-4C76-AB97-3C726DA0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214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FE4CB2-F6A5-44C5-9DCB-66A4A01B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ABB5FF-EEA8-4942-886F-9FF2718234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776CA0-17AB-4660-8B66-73C8B2596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A3C86D-BD04-4F4A-A380-E9392E468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ED9DF-E2B6-4123-82B8-907C5D02AD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B053B4-07F2-408A-A289-26C219944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307470-F845-458D-955F-8555DF55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61356C2-C199-4BAA-89D5-7B91498C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9112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624DA5-CD51-4689-BDA6-05097401E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C2345B0-E590-489D-9D1B-659A628F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E0B700-7F98-4131-814A-E88F62F4E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E810A0-68BA-4B5C-A02C-6D9681E18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112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92B1A5-609C-4DA0-A6D1-6C8EE99B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0F05A84-0C7B-4FF8-B899-B2C3EF56C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97545E-E3A9-46BA-B0B5-5E3DA691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382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E0110-9B49-4295-8109-C006D865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96C74B-C7DB-41D6-811F-FDC3CA95B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775BB1C-CD59-4764-8B26-B8058B623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C1C08-742C-41A7-A9A4-60B2A26E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335407-59AA-49E4-90B4-D7CAC0348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20C4BEC-F19C-402E-8829-145174AA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728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39DC34-0193-44B2-9F8E-5613FB00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88B56E8-BB90-4C6F-AAE9-8928B70B91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863E7B-BC4D-4DEC-9D1C-5D4E8F158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16B58F-64AA-49E4-905C-628007500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511BAF-64AC-4AD6-A700-6591669F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E50C70-B658-47AB-BB10-9AD1DBF5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1072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A2C82-9201-415C-9E6C-6274C1DFE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E46BB-DB37-4FF5-BEA7-2CBE759FE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AB00DE-3CC5-4D16-9235-0814E4152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608608-D73E-4B56-ADE3-96BBE148B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B01107-C423-42BF-A9EA-20D06713F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330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E6CAE5-3729-41F8-80B9-FF43E89FD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B71FA1-ED47-484C-9CF2-37C002296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275F65-BCAC-4F12-A53B-6119379BD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4B0CEF-CE94-4361-A47A-16A01ACF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44A1C5-C5CD-454D-84E8-90BFA3FCA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371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DD6FFD9-6354-44DC-B6C1-2924099C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1409CB-D22A-4CB2-82B5-2A2194C9A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7D2A12-0F87-406C-95DC-6A9329E4CB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798EA-90FC-4B49-B6D0-4BF489C54746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476281-5E06-4D9E-B0BD-A37F5DF28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E1BBEF-7C1A-4F41-A308-85F0C6A50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A3516-E0D4-4DC4-935C-1D20C6D9CA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622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9466CCF-809B-4AA9-A547-EBA0208A5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D23F61-18F3-4B2F-9820-6DEB40136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6CA123-D474-4B16-9B89-63FA736EA9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23CC6-15BE-4A9E-8E39-E4C2472EBF6A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90197E-B11A-4A86-A570-F0C2D2B6D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246C54-FF99-4B31-A538-627DA2FEC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7483B-71B3-499D-8636-6B7FEB4B64B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460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C19518-CAA0-403C-85C1-FB43F7F2903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70"/>
            <a:ext cx="12192000" cy="56554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1D0A524-3905-4AFD-8014-D846A52E1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553" y="1554749"/>
            <a:ext cx="7840210" cy="4410119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73E6C1D-56AC-4AE7-B170-6FF28C04C772}"/>
              </a:ext>
            </a:extLst>
          </p:cNvPr>
          <p:cNvSpPr/>
          <p:nvPr/>
        </p:nvSpPr>
        <p:spPr>
          <a:xfrm>
            <a:off x="738644" y="885781"/>
            <a:ext cx="535305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Misión</a:t>
            </a:r>
          </a:p>
          <a:p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Brindar servicios de hospedaje web confiables, seguros y de alta calidad, ayudando a empresas y emprendedores a fortalecer su presencia digital mediante soluciones tecnológicas innovadoras.</a:t>
            </a:r>
          </a:p>
          <a:p>
            <a:pPr algn="just"/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Visión</a:t>
            </a:r>
          </a:p>
          <a:p>
            <a:pPr algn="just"/>
            <a:endParaRPr lang="es-E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Ser una empresa líder en hospedaje web y soluciones digitales en Latinoamérica, destacándonos por nuestro compromiso, innovación y excelente atención al cliente.</a:t>
            </a:r>
          </a:p>
        </p:txBody>
      </p:sp>
      <p:pic>
        <p:nvPicPr>
          <p:cNvPr id="12" name="WhatsApp Ptt 2026-05-13 at 1.23.35 PM (online-audio-converter.com)">
            <a:hlinkClick r:id="" action="ppaction://media"/>
            <a:extLst>
              <a:ext uri="{FF2B5EF4-FFF2-40B4-BE49-F238E27FC236}">
                <a16:creationId xmlns:a16="http://schemas.microsoft.com/office/drawing/2014/main" id="{F75AFCEE-17D3-49BB-8A5E-925EE554E4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9044" y="6167017"/>
            <a:ext cx="609600" cy="6096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8061352-388B-429B-AFD9-17158258F4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288" y="5873725"/>
            <a:ext cx="2825364" cy="98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374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C19518-CAA0-403C-85C1-FB43F7F2903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70"/>
            <a:ext cx="12192000" cy="56554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1D0A524-3905-4AFD-8014-D846A52E1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228" y="5144522"/>
            <a:ext cx="2825363" cy="158926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E6DB5BF-5032-4941-B5C6-7FEC6047C297}"/>
              </a:ext>
            </a:extLst>
          </p:cNvPr>
          <p:cNvSpPr txBox="1"/>
          <p:nvPr/>
        </p:nvSpPr>
        <p:spPr>
          <a:xfrm>
            <a:off x="2686961" y="304800"/>
            <a:ext cx="992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b="1" dirty="0"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Quienes Somos?</a:t>
            </a:r>
            <a:endParaRPr lang="es-CO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B805617-29C1-425E-8183-F7240E6DDBBD}"/>
              </a:ext>
            </a:extLst>
          </p:cNvPr>
          <p:cNvSpPr/>
          <p:nvPr/>
        </p:nvSpPr>
        <p:spPr>
          <a:xfrm>
            <a:off x="828675" y="1374850"/>
            <a:ext cx="107442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Travelers es una agencia de viajes dedicada a brindar experiencias turísticas y soluciones integrales para viajeros, ofreciendo servicios como paquetes vacacionales, reservas de vuelos, hospedaje, transporte y asesoría personalizada. Su objetivo es ayudar a empresas, estudiantes y turistas a planificar sus viajes de manera segura, cómoda y eficiente.</a:t>
            </a:r>
            <a:endParaRPr lang="es-CO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D8A0D00-1FF6-41A5-9638-FBCCD605B9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445" y="2854671"/>
            <a:ext cx="10450660" cy="221990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5F3EB03-830D-4D1F-A2FB-E62DAD88EE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288" y="5873725"/>
            <a:ext cx="2825364" cy="984275"/>
          </a:xfrm>
          <a:prstGeom prst="rect">
            <a:avLst/>
          </a:prstGeom>
        </p:spPr>
      </p:pic>
      <p:pic>
        <p:nvPicPr>
          <p:cNvPr id="12" name="WhatsApp Ptt 2026-05-13 at 1.23.35 PM (online-audio-converter.com)">
            <a:hlinkClick r:id="" action="ppaction://media"/>
            <a:extLst>
              <a:ext uri="{FF2B5EF4-FFF2-40B4-BE49-F238E27FC236}">
                <a16:creationId xmlns:a16="http://schemas.microsoft.com/office/drawing/2014/main" id="{0B85FC13-E532-4710-8396-076013DD1E2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9044" y="616701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31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C19518-CAA0-403C-85C1-FB43F7F2903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70"/>
            <a:ext cx="12192000" cy="56554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1D0A524-3905-4AFD-8014-D846A52E1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228" y="5144522"/>
            <a:ext cx="2825363" cy="158926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C2F342B-2AF9-45A2-A38E-F4E7AD2FD43F}"/>
              </a:ext>
            </a:extLst>
          </p:cNvPr>
          <p:cNvSpPr txBox="1"/>
          <p:nvPr/>
        </p:nvSpPr>
        <p:spPr>
          <a:xfrm>
            <a:off x="2686961" y="304800"/>
            <a:ext cx="992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b="1" dirty="0">
                <a:latin typeface="Arial" panose="020B0604020202020204" pitchFamily="34" charset="0"/>
                <a:cs typeface="Arial" panose="020B0604020202020204" pitchFamily="34" charset="0"/>
              </a:rPr>
              <a:t>Valores Corporativos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ACB0A0-8555-444C-AE99-BB2679718D03}"/>
              </a:ext>
            </a:extLst>
          </p:cNvPr>
          <p:cNvSpPr/>
          <p:nvPr/>
        </p:nvSpPr>
        <p:spPr>
          <a:xfrm>
            <a:off x="638175" y="1228129"/>
            <a:ext cx="5124450" cy="443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✅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Responsabilidad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💡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Innovación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🔒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🤝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Compromiso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⚖️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Honestidad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⭐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Calidad</a:t>
            </a: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61DBD59-F9EE-4FF3-B81B-AF46082437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2255" y="1228129"/>
            <a:ext cx="2761945" cy="276194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B989BB3-4558-4EC3-92F3-5813BBDB70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607" y="2867927"/>
            <a:ext cx="2761944" cy="2761944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FF06F78-212C-4903-8321-49081CB421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288" y="5873725"/>
            <a:ext cx="2825364" cy="984275"/>
          </a:xfrm>
          <a:prstGeom prst="rect">
            <a:avLst/>
          </a:prstGeom>
        </p:spPr>
      </p:pic>
      <p:pic>
        <p:nvPicPr>
          <p:cNvPr id="19" name="WhatsApp Ptt 2026-05-13 at 1.23.35 PM (online-audio-converter.com)">
            <a:hlinkClick r:id="" action="ppaction://media"/>
            <a:extLst>
              <a:ext uri="{FF2B5EF4-FFF2-40B4-BE49-F238E27FC236}">
                <a16:creationId xmlns:a16="http://schemas.microsoft.com/office/drawing/2014/main" id="{749233C7-7ED6-4E91-B588-827A0A9D0EF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9044" y="616701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922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C19518-CAA0-403C-85C1-FB43F7F2903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70"/>
            <a:ext cx="12192000" cy="56554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1D0A524-3905-4AFD-8014-D846A52E1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228" y="5144522"/>
            <a:ext cx="2825363" cy="158926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C2F342B-2AF9-45A2-A38E-F4E7AD2FD43F}"/>
              </a:ext>
            </a:extLst>
          </p:cNvPr>
          <p:cNvSpPr txBox="1"/>
          <p:nvPr/>
        </p:nvSpPr>
        <p:spPr>
          <a:xfrm>
            <a:off x="2686961" y="304800"/>
            <a:ext cx="992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b="1" dirty="0">
                <a:latin typeface="Arial" panose="020B0604020202020204" pitchFamily="34" charset="0"/>
                <a:cs typeface="Arial" panose="020B0604020202020204" pitchFamily="34" charset="0"/>
              </a:rPr>
              <a:t>Servicios Ofrecidos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561E630-5C19-4CAD-A7B3-1A5200EE8A69}"/>
              </a:ext>
            </a:extLst>
          </p:cNvPr>
          <p:cNvSpPr/>
          <p:nvPr/>
        </p:nvSpPr>
        <p:spPr>
          <a:xfrm>
            <a:off x="573984" y="1103442"/>
            <a:ext cx="6372226" cy="4432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✈️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Reservas de Vuelos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🏨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Hospedaje y Hoteles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CO" sz="3200" dirty="0">
                <a:latin typeface="Arial" panose="020B0604020202020204" pitchFamily="34" charset="0"/>
                <a:cs typeface="Arial" panose="020B0604020202020204" pitchFamily="34" charset="0"/>
              </a:rPr>
              <a:t>🌎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Paquetes Turísticos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🚐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Transporte y Traslados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🗺️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Asesoría de Viajes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📞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Atención al Cliente 24/7</a:t>
            </a: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3DCC346B-4E81-4BBA-8F6C-340E720698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167" y="766465"/>
            <a:ext cx="3366859" cy="3366859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227CDCC6-E1BD-473A-AE03-2B777C934E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245" y="2700400"/>
            <a:ext cx="3366859" cy="3366859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6D40F40-1E91-4A21-A750-0A9E7001C6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288" y="5873725"/>
            <a:ext cx="2825364" cy="984275"/>
          </a:xfrm>
          <a:prstGeom prst="rect">
            <a:avLst/>
          </a:prstGeom>
        </p:spPr>
      </p:pic>
      <p:pic>
        <p:nvPicPr>
          <p:cNvPr id="28" name="WhatsApp Ptt 2026-05-13 at 1.23.35 PM (online-audio-converter.com)">
            <a:hlinkClick r:id="" action="ppaction://media"/>
            <a:extLst>
              <a:ext uri="{FF2B5EF4-FFF2-40B4-BE49-F238E27FC236}">
                <a16:creationId xmlns:a16="http://schemas.microsoft.com/office/drawing/2014/main" id="{7CD776D9-667C-41FC-B1B2-746EC4307B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9044" y="616701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051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C19518-CAA0-403C-85C1-FB43F7F2903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70"/>
            <a:ext cx="12192000" cy="56554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1D0A524-3905-4AFD-8014-D846A52E1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228" y="5144522"/>
            <a:ext cx="2825363" cy="158926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C2F342B-2AF9-45A2-A38E-F4E7AD2FD43F}"/>
              </a:ext>
            </a:extLst>
          </p:cNvPr>
          <p:cNvSpPr txBox="1"/>
          <p:nvPr/>
        </p:nvSpPr>
        <p:spPr>
          <a:xfrm>
            <a:off x="2268772" y="304799"/>
            <a:ext cx="992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b="1" dirty="0">
                <a:latin typeface="Arial" panose="020B0604020202020204" pitchFamily="34" charset="0"/>
                <a:cs typeface="Arial" panose="020B0604020202020204" pitchFamily="34" charset="0"/>
              </a:rPr>
              <a:t>¿Por qué ELEGIRNOS?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D3E4C01-5483-4C25-9DF1-E45F3C1D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086860"/>
              </p:ext>
            </p:extLst>
          </p:nvPr>
        </p:nvGraphicFramePr>
        <p:xfrm>
          <a:off x="1228725" y="1447796"/>
          <a:ext cx="10553700" cy="27982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17899">
                  <a:extLst>
                    <a:ext uri="{9D8B030D-6E8A-4147-A177-3AD203B41FA5}">
                      <a16:colId xmlns:a16="http://schemas.microsoft.com/office/drawing/2014/main" val="2129890733"/>
                    </a:ext>
                  </a:extLst>
                </a:gridCol>
                <a:gridCol w="3833211">
                  <a:extLst>
                    <a:ext uri="{9D8B030D-6E8A-4147-A177-3AD203B41FA5}">
                      <a16:colId xmlns:a16="http://schemas.microsoft.com/office/drawing/2014/main" val="642066768"/>
                    </a:ext>
                  </a:extLst>
                </a:gridCol>
                <a:gridCol w="3202590">
                  <a:extLst>
                    <a:ext uri="{9D8B030D-6E8A-4147-A177-3AD203B41FA5}">
                      <a16:colId xmlns:a16="http://schemas.microsoft.com/office/drawing/2014/main" val="2665377437"/>
                    </a:ext>
                  </a:extLst>
                </a:gridCol>
              </a:tblGrid>
              <a:tr h="399747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b="1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TRAVELERS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CO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Competencia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0447384"/>
                  </a:ext>
                </a:extLst>
              </a:tr>
              <a:tr h="399747"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🤝 Atención al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Personalizada y cercana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Genérica o automatizada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829454"/>
                  </a:ext>
                </a:extLst>
              </a:tr>
              <a:tr h="399747"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🗺️ Asesoría de viajes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Acompañamiento completo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Limitada o básica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268671"/>
                  </a:ext>
                </a:extLst>
              </a:tr>
              <a:tr h="399747"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🌎 Opciones de destinos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Variedad amplia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Oferta más reducida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424499"/>
                  </a:ext>
                </a:extLst>
              </a:tr>
              <a:tr h="399747"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🎯 Flexibilidad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Paquetes adaptados al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Paquetes estándar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373866"/>
                  </a:ext>
                </a:extLst>
              </a:tr>
              <a:tr h="399747"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📞 Soporte durante el viaje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Asistencia 24/7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Soporte limitado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372815"/>
                  </a:ext>
                </a:extLst>
              </a:tr>
              <a:tr h="399747"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⭐ Experiencia del cliente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20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Enfocada en confianza</a:t>
                      </a:r>
                      <a:endParaRPr lang="es-CO" sz="20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Enfoque transaccional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8103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233E7D62-8C54-43AE-BFF6-7D3192C5C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1652" y="4423346"/>
            <a:ext cx="3438923" cy="225478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5B6626A-305E-4C52-BF11-B4E8A11102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288" y="5873725"/>
            <a:ext cx="2825364" cy="984275"/>
          </a:xfrm>
          <a:prstGeom prst="rect">
            <a:avLst/>
          </a:prstGeom>
        </p:spPr>
      </p:pic>
      <p:pic>
        <p:nvPicPr>
          <p:cNvPr id="13" name="WhatsApp Ptt 2026-05-13 at 1.23.35 PM (online-audio-converter.com)">
            <a:hlinkClick r:id="" action="ppaction://media"/>
            <a:extLst>
              <a:ext uri="{FF2B5EF4-FFF2-40B4-BE49-F238E27FC236}">
                <a16:creationId xmlns:a16="http://schemas.microsoft.com/office/drawing/2014/main" id="{386E55C2-D44A-4C97-AA6E-7C289DE72BD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9044" y="616701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055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C19518-CAA0-403C-85C1-FB43F7F2903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870"/>
            <a:ext cx="12192000" cy="56554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1D0A524-3905-4AFD-8014-D846A52E1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3228" y="5144522"/>
            <a:ext cx="2825363" cy="158926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C2F342B-2AF9-45A2-A38E-F4E7AD2FD43F}"/>
              </a:ext>
            </a:extLst>
          </p:cNvPr>
          <p:cNvSpPr txBox="1"/>
          <p:nvPr/>
        </p:nvSpPr>
        <p:spPr>
          <a:xfrm>
            <a:off x="4202347" y="257174"/>
            <a:ext cx="9923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b="1" dirty="0">
                <a:latin typeface="Arial" panose="020B0604020202020204" pitchFamily="34" charset="0"/>
                <a:cs typeface="Arial" panose="020B0604020202020204" pitchFamily="34" charset="0"/>
              </a:rPr>
              <a:t>Contacto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9774FC4-AEA3-437B-AF5D-625A2E248E68}"/>
              </a:ext>
            </a:extLst>
          </p:cNvPr>
          <p:cNvSpPr/>
          <p:nvPr/>
        </p:nvSpPr>
        <p:spPr>
          <a:xfrm>
            <a:off x="810534" y="1746222"/>
            <a:ext cx="8353427" cy="3313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CO" sz="3600" dirty="0">
                <a:latin typeface="Arial" panose="020B0604020202020204" pitchFamily="34" charset="0"/>
                <a:cs typeface="Arial" panose="020B0604020202020204" pitchFamily="34" charset="0"/>
              </a:rPr>
              <a:t>📍 Medellín, Colombia</a:t>
            </a:r>
          </a:p>
          <a:p>
            <a:pPr>
              <a:lnSpc>
                <a:spcPct val="150000"/>
              </a:lnSpc>
            </a:pPr>
            <a:r>
              <a:rPr lang="es-CO" sz="3600" dirty="0">
                <a:latin typeface="Arial" panose="020B0604020202020204" pitchFamily="34" charset="0"/>
                <a:cs typeface="Arial" panose="020B0604020202020204" pitchFamily="34" charset="0"/>
              </a:rPr>
              <a:t>📞 +57 300 123 4567</a:t>
            </a:r>
          </a:p>
          <a:p>
            <a:pPr>
              <a:lnSpc>
                <a:spcPct val="150000"/>
              </a:lnSpc>
            </a:pPr>
            <a:r>
              <a:rPr lang="es-CO" sz="3600" dirty="0">
                <a:latin typeface="Arial" panose="020B0604020202020204" pitchFamily="34" charset="0"/>
                <a:cs typeface="Arial" panose="020B0604020202020204" pitchFamily="34" charset="0"/>
              </a:rPr>
              <a:t>✉ contacto@travelershosting.com</a:t>
            </a:r>
          </a:p>
          <a:p>
            <a:pPr>
              <a:lnSpc>
                <a:spcPct val="150000"/>
              </a:lnSpc>
            </a:pPr>
            <a:r>
              <a:rPr lang="es-CO" sz="3600" dirty="0">
                <a:latin typeface="Arial" panose="020B0604020202020204" pitchFamily="34" charset="0"/>
                <a:cs typeface="Arial" panose="020B0604020202020204" pitchFamily="34" charset="0"/>
              </a:rPr>
              <a:t>🌐 www.travelers.com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16C3B80-A93D-4250-A7E9-AC5CA92F0511}"/>
              </a:ext>
            </a:extLst>
          </p:cNvPr>
          <p:cNvSpPr/>
          <p:nvPr/>
        </p:nvSpPr>
        <p:spPr>
          <a:xfrm>
            <a:off x="2214562" y="5144522"/>
            <a:ext cx="77628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Permítanos el placer de atenderle y acompañarlo en su próxima aventura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AA0FB7F-803C-4668-A6B2-47D431C2C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288" y="5873725"/>
            <a:ext cx="2825364" cy="984275"/>
          </a:xfrm>
          <a:prstGeom prst="rect">
            <a:avLst/>
          </a:prstGeom>
        </p:spPr>
      </p:pic>
      <p:pic>
        <p:nvPicPr>
          <p:cNvPr id="18" name="WhatsApp Ptt 2026-05-13 at 1.23.35 PM (online-audio-converter.com)">
            <a:hlinkClick r:id="" action="ppaction://media"/>
            <a:extLst>
              <a:ext uri="{FF2B5EF4-FFF2-40B4-BE49-F238E27FC236}">
                <a16:creationId xmlns:a16="http://schemas.microsoft.com/office/drawing/2014/main" id="{6B7651BF-5CA2-4B07-85D2-16D572069C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9044" y="616701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5975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252</Words>
  <Application>Microsoft Office PowerPoint</Application>
  <PresentationFormat>Panorámica</PresentationFormat>
  <Paragraphs>51</Paragraphs>
  <Slides>6</Slides>
  <Notes>0</Notes>
  <HiddenSlides>0</HiddenSlides>
  <MMClips>6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Sala 402</dc:creator>
  <cp:lastModifiedBy>Sala 402</cp:lastModifiedBy>
  <cp:revision>15</cp:revision>
  <dcterms:created xsi:type="dcterms:W3CDTF">2026-05-13T17:51:39Z</dcterms:created>
  <dcterms:modified xsi:type="dcterms:W3CDTF">2026-05-13T21:22:19Z</dcterms:modified>
</cp:coreProperties>
</file>